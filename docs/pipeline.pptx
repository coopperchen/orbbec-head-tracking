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14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1701D7A1-5CCF-4D46-972C-2DB8C3E8ED58}">
          <p14:sldIdLst>
            <p14:sldId id="1459"/>
          </p14:sldIdLst>
        </p14:section>
        <p14:section name="Supplemental" id="{0FADBF4E-EDCB-4F47-A4CE-1553AE821892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86553"/>
    <a:srgbClr val="979F31"/>
    <a:srgbClr val="9C9A34"/>
    <a:srgbClr val="8D8B2F"/>
    <a:srgbClr val="C5C24F"/>
    <a:srgbClr val="B6C450"/>
    <a:srgbClr val="5F7349"/>
    <a:srgbClr val="7BB04A"/>
    <a:srgbClr val="7BA159"/>
    <a:srgbClr val="609A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7F782-E950-461E-BAED-1E1680C757B4}" v="100" dt="2025-02-21T22:24:47.2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79" autoAdjust="0"/>
    <p:restoredTop sz="76801" autoAdjust="0"/>
  </p:normalViewPr>
  <p:slideViewPr>
    <p:cSldViewPr snapToGrid="0">
      <p:cViewPr varScale="1">
        <p:scale>
          <a:sx n="75" d="100"/>
          <a:sy n="75" d="100"/>
        </p:scale>
        <p:origin x="1193" y="3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023E9A-94C7-4801-999E-EBFC142D1F12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FEA5F9-9969-4481-802A-EBD4A0D19E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83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64035-F634-4E1B-4DFA-35BB54801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854BD-F883-9DC4-A431-B8CE5DC2B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CBEF8C-604D-7FCF-8D02-CCB0143AC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86E0F-6F2C-697E-4E1B-7E30EAA57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753937-6C74-4D31-AC93-2D83882E269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72136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CC55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auto">
          <a:xfrm>
            <a:off x="0" y="0"/>
            <a:ext cx="12192000" cy="338554"/>
          </a:xfrm>
          <a:prstGeom prst="rect">
            <a:avLst/>
          </a:prstGeom>
          <a:solidFill>
            <a:srgbClr val="CC5500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rgbClr val="333399"/>
              </a:solidFill>
              <a:effectLst/>
              <a:latin typeface="Arial" charset="0"/>
            </a:endParaRPr>
          </a:p>
        </p:txBody>
      </p:sp>
      <p:sp>
        <p:nvSpPr>
          <p:cNvPr id="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11200" y="3886200"/>
            <a:ext cx="10769600" cy="1524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200" i="0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</a:t>
            </a:r>
          </a:p>
          <a:p>
            <a:r>
              <a:rPr lang="en-US" dirty="0"/>
              <a:t>Month Year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838200"/>
            <a:ext cx="10363200" cy="1524000"/>
          </a:xfrm>
          <a:prstGeom prst="rect">
            <a:avLst/>
          </a:prstGeom>
        </p:spPr>
        <p:txBody>
          <a:bodyPr anchor="b" anchorCtr="1"/>
          <a:lstStyle>
            <a:lvl1pPr algn="ctr">
              <a:defRPr cap="small" spc="200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469578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196753"/>
            <a:ext cx="109728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65814" y="116632"/>
            <a:ext cx="10850325" cy="680706"/>
          </a:xfrm>
          <a:prstGeom prst="rect">
            <a:avLst/>
          </a:prstGeom>
        </p:spPr>
        <p:txBody>
          <a:bodyPr anchor="ctr">
            <a:normAutofit/>
            <a:scene3d>
              <a:camera prst="orthographicFront">
                <a:rot lat="0" lon="0" rev="0"/>
              </a:camera>
              <a:lightRig rig="glow" dir="t">
                <a:rot lat="0" lon="0" rev="3600000"/>
              </a:lightRig>
            </a:scene3d>
            <a:sp3d prstMaterial="softEdge">
              <a:contourClr>
                <a:schemeClr val="accent4">
                  <a:alpha val="95000"/>
                </a:schemeClr>
              </a:contourClr>
            </a:sp3d>
          </a:bodyPr>
          <a:lstStyle>
            <a:lvl1pPr marL="0" algn="l" defTabSz="914400" rtl="0" eaLnBrk="1" latinLnBrk="0" hangingPunct="1">
              <a:defRPr lang="en-US" sz="3600" i="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224676-FBB2-446F-B15F-E9429ED2B04F}"/>
              </a:ext>
            </a:extLst>
          </p:cNvPr>
          <p:cNvSpPr txBox="1"/>
          <p:nvPr userDrawn="1"/>
        </p:nvSpPr>
        <p:spPr>
          <a:xfrm>
            <a:off x="11563376" y="5949281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6E54C117-469D-4028-AA7D-DD266D70AB56}" type="slidenum">
              <a:rPr lang="en-US" sz="1400" smtClean="0"/>
              <a:t>‹#›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61406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-359" y="6309360"/>
            <a:ext cx="12192000" cy="548640"/>
          </a:xfrm>
          <a:prstGeom prst="rect">
            <a:avLst/>
          </a:prstGeom>
          <a:solidFill>
            <a:srgbClr val="CC5500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rgbClr val="333399"/>
              </a:solidFill>
              <a:effectLst/>
              <a:latin typeface="Arial" charset="0"/>
            </a:endParaRPr>
          </a:p>
        </p:txBody>
      </p:sp>
      <p:sp>
        <p:nvSpPr>
          <p:cNvPr id="22" name="Rectangle 21"/>
          <p:cNvSpPr/>
          <p:nvPr userDrawn="1"/>
        </p:nvSpPr>
        <p:spPr bwMode="auto">
          <a:xfrm>
            <a:off x="-4227" y="0"/>
            <a:ext cx="12192000" cy="914400"/>
          </a:xfrm>
          <a:prstGeom prst="rect">
            <a:avLst/>
          </a:prstGeom>
          <a:solidFill>
            <a:srgbClr val="CC5500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rgbClr val="333399"/>
              </a:solidFill>
              <a:effectLst/>
              <a:latin typeface="Arial" charset="0"/>
            </a:endParaRPr>
          </a:p>
        </p:txBody>
      </p:sp>
      <p:sp>
        <p:nvSpPr>
          <p:cNvPr id="8" name="Text Box 8"/>
          <p:cNvSpPr txBox="1">
            <a:spLocks noChangeArrowheads="1"/>
          </p:cNvSpPr>
          <p:nvPr userDrawn="1"/>
        </p:nvSpPr>
        <p:spPr bwMode="auto">
          <a:xfrm>
            <a:off x="647164" y="6382385"/>
            <a:ext cx="345457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zh-CN" sz="2400" i="1" dirty="0">
                <a:solidFill>
                  <a:srgbClr val="FFFFFF"/>
                </a:solidFill>
                <a:latin typeface="Candara" panose="020E0502030303020204" pitchFamily="34" charset="0"/>
                <a:ea typeface="SimSun" pitchFamily="2" charset="-122"/>
              </a:rPr>
              <a:t>Lu Research Group</a:t>
            </a:r>
          </a:p>
        </p:txBody>
      </p:sp>
      <p:pic>
        <p:nvPicPr>
          <p:cNvPr id="10" name="Picture 4" descr="https://www.utexas.edu/sites/default/files/UMCSBanner4_2.jpeg">
            <a:extLst>
              <a:ext uri="{FF2B5EF4-FFF2-40B4-BE49-F238E27FC236}">
                <a16:creationId xmlns:a16="http://schemas.microsoft.com/office/drawing/2014/main" id="{B35B0886-CD36-4F5C-8493-406AE90AD292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4" cstate="print">
            <a:clrChange>
              <a:clrFrom>
                <a:srgbClr val="BF5700"/>
              </a:clrFrom>
              <a:clrTo>
                <a:srgbClr val="BF57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0" t="28782" r="7236" b="15516"/>
          <a:stretch/>
        </p:blipFill>
        <p:spPr bwMode="auto">
          <a:xfrm>
            <a:off x="10234788" y="6229350"/>
            <a:ext cx="2000610" cy="703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818D127-1EF0-4AC4-99C2-540BBD2D91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7504" y="6444241"/>
            <a:ext cx="553384" cy="325520"/>
            <a:chOff x="142844" y="142852"/>
            <a:chExt cx="1214446" cy="714380"/>
          </a:xfrm>
        </p:grpSpPr>
        <p:sp>
          <p:nvSpPr>
            <p:cNvPr id="18" name="椭圆 4">
              <a:extLst>
                <a:ext uri="{FF2B5EF4-FFF2-40B4-BE49-F238E27FC236}">
                  <a16:creationId xmlns:a16="http://schemas.microsoft.com/office/drawing/2014/main" id="{1466A974-74F6-47EC-A540-E96A1E0393FF}"/>
                </a:ext>
              </a:extLst>
            </p:cNvPr>
            <p:cNvSpPr/>
            <p:nvPr/>
          </p:nvSpPr>
          <p:spPr>
            <a:xfrm>
              <a:off x="142844" y="142852"/>
              <a:ext cx="1214446" cy="71438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9" name="Picture 3" descr="C:\Users\nl5786\Dropbox\Lu Group\Shixuan&amp; Nanshu\Events\Group logo\Lu group logo.png">
              <a:extLst>
                <a:ext uri="{FF2B5EF4-FFF2-40B4-BE49-F238E27FC236}">
                  <a16:creationId xmlns:a16="http://schemas.microsoft.com/office/drawing/2014/main" id="{D4BBB51B-3B55-4368-B50B-79C836F4E33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528" y="188640"/>
              <a:ext cx="822960" cy="617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13453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333399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333399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333399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333399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333399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rgbClr val="333399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rgbClr val="333399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rgbClr val="333399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rgbClr val="333399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rgbClr val="333399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rgbClr val="333399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rgbClr val="333399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333399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rgbClr val="333399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333399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333399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333399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333399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89D4-3B44-4B7B-46E0-07BC6CA51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16858D-F7BF-E199-2948-C0DEBE2B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embedded CV head tracking</a:t>
            </a:r>
          </a:p>
        </p:txBody>
      </p:sp>
      <p:pic>
        <p:nvPicPr>
          <p:cNvPr id="16" name="图形 15">
            <a:extLst>
              <a:ext uri="{FF2B5EF4-FFF2-40B4-BE49-F238E27FC236}">
                <a16:creationId xmlns:a16="http://schemas.microsoft.com/office/drawing/2014/main" id="{115A6AFE-9B75-4CC0-01E4-33FF097331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2394995"/>
            <a:ext cx="12192000" cy="206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588320"/>
      </p:ext>
    </p:extLst>
  </p:cSld>
  <p:clrMapOvr>
    <a:masterClrMapping/>
  </p:clrMapOvr>
</p:sld>
</file>

<file path=ppt/theme/theme1.xml><?xml version="1.0" encoding="utf-8"?>
<a:theme xmlns:a="http://schemas.openxmlformats.org/drawingml/2006/main" name="1_Illinois">
  <a:themeElements>
    <a:clrScheme name="Austin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1_Illinoi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333399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rgbClr val="333399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333399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rgbClr val="333399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1_Illinoi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Illinoi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Illinoi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Illinoi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Illinoi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Illinoi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Illinoi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Illinoi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Illinoi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Illinoi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Illinoi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Illinoi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37826</TotalTime>
  <Words>6</Words>
  <Application>Microsoft Office PowerPoint</Application>
  <PresentationFormat>宽屏</PresentationFormat>
  <Paragraphs>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Candara</vt:lpstr>
      <vt:lpstr>1_Illinois</vt:lpstr>
      <vt:lpstr>Depth embedded CV head tracking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Lu, Nanshu</dc:creator>
  <cp:lastModifiedBy>Juncheng Chen</cp:lastModifiedBy>
  <cp:revision>253</cp:revision>
  <dcterms:created xsi:type="dcterms:W3CDTF">2023-08-02T18:44:22Z</dcterms:created>
  <dcterms:modified xsi:type="dcterms:W3CDTF">2026-05-29T15:32:18Z</dcterms:modified>
</cp:coreProperties>
</file>