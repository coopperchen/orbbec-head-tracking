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1459" r:id="rId2"/>
    <p:sldId id="14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701D7A1-5CCF-4D46-972C-2DB8C3E8ED58}">
          <p14:sldIdLst>
            <p14:sldId id="1459"/>
            <p14:sldId id="1460"/>
          </p14:sldIdLst>
        </p14:section>
        <p14:section name="Supplemental" id="{0FADBF4E-EDCB-4F47-A4CE-1553AE82189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6553"/>
    <a:srgbClr val="979F31"/>
    <a:srgbClr val="9C9A34"/>
    <a:srgbClr val="8D8B2F"/>
    <a:srgbClr val="C5C24F"/>
    <a:srgbClr val="B6C450"/>
    <a:srgbClr val="5F7349"/>
    <a:srgbClr val="7BB04A"/>
    <a:srgbClr val="7BA159"/>
    <a:srgbClr val="609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7F782-E950-461E-BAED-1E1680C757B4}" v="100" dt="2025-02-21T22:24:47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9" autoAdjust="0"/>
    <p:restoredTop sz="76801" autoAdjust="0"/>
  </p:normalViewPr>
  <p:slideViewPr>
    <p:cSldViewPr snapToGrid="0">
      <p:cViewPr>
        <p:scale>
          <a:sx n="75" d="100"/>
          <a:sy n="75" d="100"/>
        </p:scale>
        <p:origin x="1389" y="10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23E9A-94C7-4801-999E-EBFC142D1F1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EA5F9-9969-4481-802A-EBD4A0D19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83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4035-F634-4E1B-4DFA-35BB5480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854BD-F883-9DC4-A431-B8CE5DC2B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BEF8C-604D-7FCF-8D02-CCB0143AC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6E0F-6F2C-697E-4E1B-7E30EAA57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753937-6C74-4D31-AC93-2D83882E26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213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1107-D5F4-1350-44F3-E8CA9672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B2B57-4905-CC63-6709-859E47AE6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B23AC-0440-6EE6-09F2-FE0EA6D06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1EC1D-B219-3AE2-BF43-77B3FDAEF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753937-6C74-4D31-AC93-2D83882E26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87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CC5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2000" cy="338554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1200" y="3886200"/>
            <a:ext cx="10769600" cy="15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200" i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</a:t>
            </a:r>
          </a:p>
          <a:p>
            <a:r>
              <a:rPr lang="en-US" dirty="0"/>
              <a:t>Month Year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838200"/>
            <a:ext cx="10363200" cy="1524000"/>
          </a:xfrm>
          <a:prstGeom prst="rect">
            <a:avLst/>
          </a:prstGeom>
        </p:spPr>
        <p:txBody>
          <a:bodyPr anchor="b" anchorCtr="1"/>
          <a:lstStyle>
            <a:lvl1pPr algn="ctr">
              <a:defRPr cap="small" spc="2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69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5814" y="116632"/>
            <a:ext cx="10850325" cy="680706"/>
          </a:xfrm>
          <a:prstGeom prst="rect">
            <a:avLst/>
          </a:prstGeom>
        </p:spPr>
        <p:txBody>
          <a:bodyPr anchor="ctr"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lvl1pPr marL="0" algn="l" defTabSz="914400" rtl="0" eaLnBrk="1" latinLnBrk="0" hangingPunct="1">
              <a:defRPr lang="en-US" sz="3600" i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24676-FBB2-446F-B15F-E9429ED2B04F}"/>
              </a:ext>
            </a:extLst>
          </p:cNvPr>
          <p:cNvSpPr txBox="1"/>
          <p:nvPr userDrawn="1"/>
        </p:nvSpPr>
        <p:spPr>
          <a:xfrm>
            <a:off x="11563376" y="594928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E54C117-469D-4028-AA7D-DD266D70AB56}" type="slidenum">
              <a:rPr lang="en-US" sz="1400" smtClean="0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614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-359" y="6309360"/>
            <a:ext cx="12192000" cy="548640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 userDrawn="1"/>
        </p:nvSpPr>
        <p:spPr bwMode="auto">
          <a:xfrm>
            <a:off x="-4227" y="0"/>
            <a:ext cx="12192000" cy="914400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647164" y="6382385"/>
            <a:ext cx="345457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1" dirty="0">
                <a:solidFill>
                  <a:srgbClr val="FFFFFF"/>
                </a:solidFill>
                <a:latin typeface="Candara" panose="020E0502030303020204" pitchFamily="34" charset="0"/>
                <a:ea typeface="SimSun" pitchFamily="2" charset="-122"/>
              </a:rPr>
              <a:t>Lu Research Group</a:t>
            </a:r>
          </a:p>
        </p:txBody>
      </p:sp>
      <p:pic>
        <p:nvPicPr>
          <p:cNvPr id="10" name="Picture 4" descr="https://www.utexas.edu/sites/default/files/UMCSBanner4_2.jpeg">
            <a:extLst>
              <a:ext uri="{FF2B5EF4-FFF2-40B4-BE49-F238E27FC236}">
                <a16:creationId xmlns:a16="http://schemas.microsoft.com/office/drawing/2014/main" id="{B35B0886-CD36-4F5C-8493-406AE90AD2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BF5700"/>
              </a:clrFrom>
              <a:clrTo>
                <a:srgbClr val="BF57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0" t="28782" r="7236" b="15516"/>
          <a:stretch/>
        </p:blipFill>
        <p:spPr bwMode="auto">
          <a:xfrm>
            <a:off x="10234788" y="6229350"/>
            <a:ext cx="2000610" cy="70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18D127-1EF0-4AC4-99C2-540BBD2D91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7504" y="6444241"/>
            <a:ext cx="553384" cy="325520"/>
            <a:chOff x="142844" y="142852"/>
            <a:chExt cx="1214446" cy="714380"/>
          </a:xfrm>
        </p:grpSpPr>
        <p:sp>
          <p:nvSpPr>
            <p:cNvPr id="18" name="椭圆 4">
              <a:extLst>
                <a:ext uri="{FF2B5EF4-FFF2-40B4-BE49-F238E27FC236}">
                  <a16:creationId xmlns:a16="http://schemas.microsoft.com/office/drawing/2014/main" id="{1466A974-74F6-47EC-A540-E96A1E0393FF}"/>
                </a:ext>
              </a:extLst>
            </p:cNvPr>
            <p:cNvSpPr/>
            <p:nvPr/>
          </p:nvSpPr>
          <p:spPr>
            <a:xfrm>
              <a:off x="142844" y="142852"/>
              <a:ext cx="1214446" cy="7143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Picture 3" descr="C:\Users\nl5786\Dropbox\Lu Group\Shixuan&amp; Nanshu\Events\Group logo\Lu group logo.png">
              <a:extLst>
                <a:ext uri="{FF2B5EF4-FFF2-40B4-BE49-F238E27FC236}">
                  <a16:creationId xmlns:a16="http://schemas.microsoft.com/office/drawing/2014/main" id="{D4BBB51B-3B55-4368-B50B-79C836F4E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88640"/>
              <a:ext cx="822960" cy="617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1345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333399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339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33339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89D4-3B44-4B7B-46E0-07BC6CA5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16858D-F7BF-E199-2948-C0DEBE2B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embedded CV head tracking</a:t>
            </a:r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115A6AFE-9B75-4CC0-01E4-33FF09733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394995"/>
            <a:ext cx="12192000" cy="20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8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DBC2-64F3-C281-F8F8-BA71D31E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F9DDDB-37D0-F09A-2503-4FFC917B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Closed-loop control</a:t>
            </a:r>
            <a:endParaRPr lang="en-US" dirty="0"/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CCF759B0-691C-BFF4-AE4B-36619D375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558143"/>
            <a:ext cx="12192000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87067"/>
      </p:ext>
    </p:extLst>
  </p:cSld>
  <p:clrMapOvr>
    <a:masterClrMapping/>
  </p:clrMapOvr>
</p:sld>
</file>

<file path=ppt/theme/theme1.xml><?xml version="1.0" encoding="utf-8"?>
<a:theme xmlns:a="http://schemas.openxmlformats.org/drawingml/2006/main" name="1_Illinois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1_Illino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Illinoi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37838</TotalTime>
  <Words>9</Words>
  <Application>Microsoft Office PowerPoint</Application>
  <PresentationFormat>宽屏</PresentationFormat>
  <Paragraphs>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Candara</vt:lpstr>
      <vt:lpstr>1_Illinois</vt:lpstr>
      <vt:lpstr>Depth embedded CV head tracking</vt:lpstr>
      <vt:lpstr>Closed-loop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Lu, Nanshu</dc:creator>
  <cp:lastModifiedBy>Juncheng Chen</cp:lastModifiedBy>
  <cp:revision>254</cp:revision>
  <dcterms:created xsi:type="dcterms:W3CDTF">2023-08-02T18:44:22Z</dcterms:created>
  <dcterms:modified xsi:type="dcterms:W3CDTF">2026-06-29T21:15:45Z</dcterms:modified>
</cp:coreProperties>
</file>